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4A3B8"/>
                </a:solidFill>
                <a:latin typeface="Arial"/>
              </a:rPr>
              <a:t>Attendance Distribution (40 Students)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6D6A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&lt;50%</c:v>
                  </c:pt>
                  <c:pt idx="1">
                    <c:v>50-60%</c:v>
                  </c:pt>
                  <c:pt idx="2">
                    <c:v>60-70%</c:v>
                  </c:pt>
                  <c:pt idx="3">
                    <c:v>70-75%</c:v>
                  </c:pt>
                  <c:pt idx="4">
                    <c:v>75-85%</c:v>
                  </c:pt>
                  <c:pt idx="5">
                    <c:v>85-95%</c:v>
                  </c:pt>
                  <c:pt idx="6">
                    <c:v>95-100%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2</c:v>
                </c:pt>
                <c:pt idx="4">
                  <c:v>12</c:v>
                </c:pt>
                <c:pt idx="5">
                  <c:v>14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53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109728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C++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College Project  •  Attendance Database for 40 Students  •  55 Days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54864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4069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Tracked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4069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40690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College Academic Project  •  Department of Computer Science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91440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tracking of student attendance across academic sessions, replacing manual registers with a structured C++ program.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91440" cy="1600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assigns attendance records for 40 students over 55 class days, simulating a real semester database.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91440" cy="1600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input &amp; storage, percentage calculation, student-wise reports, and pass/fail threshold evaluation.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01752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017520"/>
            <a:ext cx="91440" cy="1600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3154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352044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C++ using arrays, structs, loops, and file handling — no external libraries required.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2011680" cy="1828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344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of 40 student records with ID &amp; name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04288" y="2103120"/>
            <a:ext cx="38404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188720"/>
            <a:ext cx="2011680" cy="1828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2344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19202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 [40][55] storing 0/1 for each day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98848" y="2103120"/>
            <a:ext cx="38404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188720"/>
            <a:ext cx="2011680" cy="1828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2344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random attendance for each student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93408" y="2103120"/>
            <a:ext cx="384048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1188720"/>
            <a:ext cx="2011680" cy="18288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2344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192024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% and pass/fail per student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83280"/>
            <a:ext cx="8595360" cy="1371600"/>
          </a:xfrm>
          <a:prstGeom prst="rect">
            <a:avLst/>
          </a:prstGeom>
          <a:solidFill>
            <a:srgbClr val="1B2E4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MODULE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Student-wise Attendance %     ▸  Days Present / Absent     ▸  Pass / Fail Status (75% threshold)     ▸  Class Summary Report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C++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512064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
</a:t>
            </a:r>
            <a:pPr indent="0" marL="0">
              <a:buNone/>
            </a:pPr>
            <a:r>
              <a:rPr lang="en-US" sz="11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</a:t>
            </a:r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
</a:t>
            </a:r>
            <a:pPr indent="0" marL="0">
              <a:buNone/>
            </a:pPr>
            <a:r>
              <a:rPr lang="en-US" sz="11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{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id;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name;
</a:t>
            </a:r>
            <a:pPr indent="0" marL="0">
              <a:buNone/>
            </a:pPr>
            <a:r>
              <a:rPr lang="en-US" sz="11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</a:t>
            </a:r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attendance[DAYS];
</a:t>
            </a:r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percentage;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
</a:t>
            </a:r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Random attendance assignment
</a:t>
            </a:r>
            <a:pPr indent="0" marL="0">
              <a:buNone/>
            </a:pPr>
            <a:r>
              <a:rPr lang="en-US" sz="11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i=0; i&lt;STUDENTS; i++)
</a:t>
            </a:r>
            <a:pPr indent="0" marL="0">
              <a:buNone/>
            </a:pPr>
            <a:r>
              <a:rPr lang="en-US" sz="115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j=0; j&lt;DAYS; j++)
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s[i].attendance[j] = </a:t>
            </a:r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()%2;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0" y="1188720"/>
            <a:ext cx="3200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0" y="1188720"/>
            <a:ext cx="73152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2527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Attendance Array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15361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[40][55] integers storing 0 (absent) or 1 (present)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0" y="2075688"/>
            <a:ext cx="3200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2075688"/>
            <a:ext cx="73152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1396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Struct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2423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ID, name, attendance record, and computed percentage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2962656"/>
            <a:ext cx="3200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2962656"/>
            <a:ext cx="73152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302666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rand() %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3101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random 0 or 1 to simulate attendance for each day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3849624"/>
            <a:ext cx="3200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3849624"/>
            <a:ext cx="73152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39136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Formula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419709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(Sum of 1s / 55) × 100 gives attendance percentage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Attendance Data  (First 10 Students)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1280160"/>
                <a:gridCol w="1280160"/>
                <a:gridCol w="146304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Present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Absent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Arjun Kumar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Sharma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 Patel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Ananya Reddy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 Irfan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Sneha Nair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 Singh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Deepika Rao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Suresh Menon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Kavya Iyer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75% attendance threshold  •  Total Days: 55  •  Showing 10 of 40 students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Flow &amp;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097280"/>
            <a:ext cx="164592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097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1554480"/>
            <a:ext cx="0" cy="914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737360"/>
            <a:ext cx="2011680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80160" y="1737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Database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(40 Students)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0" y="2423160"/>
            <a:ext cx="0" cy="914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606040"/>
            <a:ext cx="2011680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80160" y="26060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Random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rand()%2 × 55 days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0" y="3291840"/>
            <a:ext cx="0" cy="914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3474720"/>
            <a:ext cx="2011680" cy="6858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280160" y="3474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student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0" y="4160520"/>
            <a:ext cx="0" cy="9144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4343400"/>
            <a:ext cx="2011680" cy="6858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80160" y="43434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Summary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1097280"/>
            <a:ext cx="393192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Generation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44475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srand(time(0));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student: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each day: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mark = rand() % 2;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423160"/>
            <a:ext cx="393192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468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Calculation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7706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 = count(1s)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percentage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(present/55.0) * 100;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749040"/>
            <a:ext cx="393192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794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Check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409651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5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if(pct &gt;= 75.0)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= "PASS";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= "LOW";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Statistics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1965960" cy="1554480"/>
          </a:xfrm>
          <a:prstGeom prst="rect">
            <a:avLst/>
          </a:prstGeom>
          <a:solidFill>
            <a:srgbClr val="1B2E45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96596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Attendance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with rand()%2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1965960" cy="1554480"/>
          </a:xfrm>
          <a:prstGeom prst="rect">
            <a:avLst/>
          </a:prstGeom>
          <a:solidFill>
            <a:srgbClr val="1B2E45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97280"/>
            <a:ext cx="196596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2344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68880" y="1874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Pass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75% threshold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097280"/>
            <a:ext cx="1965960" cy="1554480"/>
          </a:xfrm>
          <a:prstGeom prst="rect">
            <a:avLst/>
          </a:prstGeom>
          <a:solidFill>
            <a:srgbClr val="1B2E45"/>
          </a:solidFill>
          <a:ln w="19050">
            <a:solidFill>
              <a:srgbClr val="F4A26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097280"/>
            <a:ext cx="196596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2344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17720" y="1874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At Risk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1772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75% threshold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097280"/>
            <a:ext cx="1965960" cy="1554480"/>
          </a:xfrm>
          <a:prstGeom prst="rect">
            <a:avLst/>
          </a:prstGeom>
          <a:solidFill>
            <a:srgbClr val="1B2E45"/>
          </a:solidFill>
          <a:ln w="19050">
            <a:solidFill>
              <a:srgbClr val="4A90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097280"/>
            <a:ext cx="196596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2344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66560" y="18745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224028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students × 55 days</a:t>
            </a:r>
            <a:endParaRPr lang="en-US" sz="10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320040" y="2834640"/>
          <a:ext cx="85039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73152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207008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generateAttendance()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8912" y="16002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rand()%2 to randomly assign 0 (absent) or 1 (present) for every student across all 55 days.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73152" cy="11887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73752" y="1207008"/>
            <a:ext cx="411480" cy="4114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207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0" y="11887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calculatePercentage()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73752" y="16002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attendance array for each student and divides by total days to return a float percentage.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42316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423160"/>
            <a:ext cx="73152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532888"/>
            <a:ext cx="411480" cy="4114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25146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displayStudentReport()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8912" y="29260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ID, name, days present, days absent, percentage, and pass/fail status for each student.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42316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423160"/>
            <a:ext cx="73152" cy="1188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3752" y="2532888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25146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displayClassSummary()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73752" y="29260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class average, highest and lowest attendance, and count of students above/below threshold.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49040"/>
            <a:ext cx="73152" cy="11887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3858768"/>
            <a:ext cx="411480" cy="41148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858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0120" y="3840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searchStudent()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38912" y="42519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lookup of a specific student by ID or name to display their individual attendance record.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3749040"/>
            <a:ext cx="41148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749040"/>
            <a:ext cx="73152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73752" y="3858768"/>
            <a:ext cx="411480" cy="4114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3858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94960" y="3840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sortByAttendance()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873752" y="42519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and ranks all 40 students from highest to lowest attendance percentage using bubble sort.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2D arrays to model a real-world database of 2200 records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C++ structs to represent complex student entities cleanly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random number generation to simulate realistic attendance data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loops, conditionals, and functions for modular code design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practical utility applicable to real college environments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0" y="731520"/>
            <a:ext cx="2926080" cy="3931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905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0" y="7772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25603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600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0" y="1600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0" y="21031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606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0" y="2606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31089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2,200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3611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36118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4114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0" y="41148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rand()%2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Student Attendance Calculator  •  C++ College 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Attendance Calculator - C++ Project</dc:title>
  <dc:subject>PptxGenJS Presentation</dc:subject>
  <dc:creator>PptxGenJS</dc:creator>
  <cp:lastModifiedBy>PptxGenJS</cp:lastModifiedBy>
  <cp:revision>1</cp:revision>
  <dcterms:created xsi:type="dcterms:W3CDTF">2026-04-07T05:37:10Z</dcterms:created>
  <dcterms:modified xsi:type="dcterms:W3CDTF">2026-04-07T05:37:10Z</dcterms:modified>
</cp:coreProperties>
</file>